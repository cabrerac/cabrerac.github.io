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Título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Grupo G… · Electiva Big Data · UDENAR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Modelo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Snapshot del canvas: requerimientos + ética/gobernanza como requisitos.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Pipeline de big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Fuentes → almacenamiento → procesamiento → ingesta → analítica.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Arquitectura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Harmonización, partición, ingesta gobernada (Prefect, audit, contrato).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Analítica y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Respuesta a la pregunta de decisión; cómo cumplen los requisitos (incl. éticos).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Retos del grupo, reflexión breve, recomendación. Sin diapositiva final solo de ética.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